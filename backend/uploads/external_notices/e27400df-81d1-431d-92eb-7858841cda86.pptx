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1" r:id="rId1"/>
  </p:sldMasterIdLst>
  <p:notesMasterIdLst>
    <p:notesMasterId r:id="rId3"/>
  </p:notesMasterIdLst>
  <p:sldIdLst>
    <p:sldId id="290" r:id="rId2"/>
  </p:sldIdLst>
  <p:sldSz cx="21599525" cy="32399288"/>
  <p:notesSz cx="6858000" cy="9144000"/>
  <p:defaultTextStyle>
    <a:lvl1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1pPr>
    <a:lvl2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2pPr>
    <a:lvl3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3pPr>
    <a:lvl4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4pPr>
    <a:lvl5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5pPr>
    <a:lvl6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6pPr>
    <a:lvl7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7pPr>
    <a:lvl8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8pPr>
    <a:lvl9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6803" userDrawn="1">
          <p15:clr>
            <a:srgbClr val="A4A3A4"/>
          </p15:clr>
        </p15:guide>
        <p15:guide id="3" pos="67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39C"/>
    <a:srgbClr val="8B9091"/>
    <a:srgbClr val="8B734B"/>
    <a:srgbClr val="4D207A"/>
    <a:srgbClr val="72C7F0"/>
    <a:srgbClr val="1F9AD6"/>
    <a:srgbClr val="24549C"/>
    <a:srgbClr val="1E9AD6"/>
    <a:srgbClr val="1F5188"/>
    <a:srgbClr val="A6C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0F0F0"/>
          </a:solidFill>
        </a:fill>
      </a:tcStyle>
    </a:wholeTbl>
    <a:band2H>
      <a:tcTxStyle/>
      <a:tcStyle>
        <a:tcBdr/>
        <a:fill>
          <a:solidFill>
            <a:srgbClr val="F8F8F8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F0F0F0"/>
          </a:solidFill>
        </a:fill>
      </a:tcStyle>
    </a:wholeTbl>
    <a:band2H>
      <a:tcTxStyle/>
      <a:tcStyle>
        <a:tcBdr/>
        <a:fill>
          <a:solidFill>
            <a:srgbClr val="F8F8F8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ACFD1"/>
          </a:solidFill>
        </a:fill>
      </a:tcStyle>
    </a:wholeTbl>
    <a:band2H>
      <a:tcTxStyle/>
      <a:tcStyle>
        <a:tcBdr/>
        <a:fill>
          <a:solidFill>
            <a:srgbClr val="E6E8E9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6FCFE"/>
          </a:solidFill>
        </a:fill>
      </a:tcStyle>
    </a:wholeTbl>
    <a:band2H>
      <a:tcTxStyle/>
      <a:tcStyle>
        <a:tcBdr/>
        <a:fill>
          <a:solidFill>
            <a:srgbClr val="1BADCF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CEF0F8"/>
              </a:solidFill>
              <a:prstDash val="solid"/>
              <a:bevel/>
            </a:ln>
          </a:top>
          <a:bottom>
            <a:ln w="25400" cap="flat">
              <a:solidFill>
                <a:srgbClr val="CEF0F8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BADCF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EF0F8"/>
              </a:solidFill>
              <a:prstDash val="solid"/>
              <a:bevel/>
            </a:ln>
          </a:top>
          <a:bottom>
            <a:ln w="25400" cap="flat">
              <a:solidFill>
                <a:srgbClr val="CEF0F8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D7D7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EDF9FC"/>
          </a:solidFill>
        </a:fill>
      </a:tcStyle>
    </a:wholeTbl>
    <a:band2H>
      <a:tcTxStyle/>
      <a:tcStyle>
        <a:tcBdr/>
        <a:fill>
          <a:solidFill>
            <a:srgbClr val="F6FCFE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24" d="100"/>
          <a:sy n="24" d="100"/>
        </p:scale>
        <p:origin x="3426" y="96"/>
      </p:cViewPr>
      <p:guideLst>
        <p:guide orient="horz" pos="10204"/>
        <p:guide pos="6803"/>
        <p:guide pos="67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1450834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1pPr>
    <a:lvl2pPr indent="168878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2pPr>
    <a:lvl3pPr indent="337754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3pPr>
    <a:lvl4pPr indent="506631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4pPr>
    <a:lvl5pPr indent="675509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5pPr>
    <a:lvl6pPr indent="844386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6pPr>
    <a:lvl7pPr indent="1013261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7pPr>
    <a:lvl8pPr indent="1182139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8pPr>
    <a:lvl9pPr indent="1351017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01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10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45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7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87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9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44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7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1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81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720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1391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20000"/>
                <a:lumOff val="80000"/>
              </a:schemeClr>
            </a:gs>
            <a:gs pos="0">
              <a:schemeClr val="accent6">
                <a:lumMod val="20000"/>
                <a:lumOff val="80000"/>
              </a:schemeClr>
            </a:gs>
            <a:gs pos="66000">
              <a:schemeClr val="bg1"/>
            </a:gs>
            <a:gs pos="33000">
              <a:schemeClr val="accent5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EF64-376B-4AE8-9729-79941913CF69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34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50141" y="325267"/>
            <a:ext cx="20699243" cy="31748754"/>
            <a:chOff x="450141" y="325267"/>
            <a:chExt cx="20699243" cy="31748754"/>
          </a:xfrm>
        </p:grpSpPr>
        <p:sp>
          <p:nvSpPr>
            <p:cNvPr id="4" name="직사각형 3"/>
            <p:cNvSpPr/>
            <p:nvPr/>
          </p:nvSpPr>
          <p:spPr>
            <a:xfrm>
              <a:off x="470880" y="325267"/>
              <a:ext cx="20665399" cy="4476412"/>
            </a:xfrm>
            <a:prstGeom prst="rect">
              <a:avLst/>
            </a:prstGeom>
            <a:solidFill>
              <a:srgbClr val="24549C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0567" y="496378"/>
              <a:ext cx="20231100" cy="4095750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92837" y="2275514"/>
              <a:ext cx="1642148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 </a:t>
              </a:r>
              <a:r>
                <a:rPr lang="en-US" altLang="ko-KR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6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맑은고딕</a:t>
              </a:r>
              <a:r>
                <a:rPr lang="ko-KR" altLang="en-US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96pt </a:t>
              </a:r>
              <a:r>
                <a:rPr lang="ko-KR" altLang="en-US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진하게</a:t>
              </a:r>
              <a:r>
                <a:rPr lang="en-US" altLang="ko-KR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9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7433" y="5166906"/>
              <a:ext cx="13883929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지도교수 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: OOO</a:t>
              </a:r>
            </a:p>
            <a:p>
              <a:r>
                <a:rPr lang="ko-KR" altLang="en-US" sz="5400" b="1" dirty="0" err="1">
                  <a:solidFill>
                    <a:schemeClr val="tx1"/>
                  </a:solidFill>
                  <a:latin typeface="+mn-ea"/>
                </a:rPr>
                <a:t>참가학생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학과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학번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이름 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5400" b="1" dirty="0" err="1">
                  <a:solidFill>
                    <a:schemeClr val="tx1"/>
                  </a:solidFill>
                  <a:latin typeface="+mn-ea"/>
                </a:rPr>
                <a:t>맑은고딕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54pt)</a:t>
              </a:r>
              <a:endParaRPr lang="ko-KR" altLang="en-US" sz="54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77433" y="30733264"/>
              <a:ext cx="20665399" cy="1340757"/>
            </a:xfrm>
            <a:prstGeom prst="rect">
              <a:avLst/>
            </a:prstGeom>
            <a:solidFill>
              <a:srgbClr val="24549C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436689" y="30907434"/>
              <a:ext cx="16464977" cy="986973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450141" y="7286459"/>
              <a:ext cx="20671951" cy="1088271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소제목 </a:t>
              </a:r>
              <a:r>
                <a:rPr lang="en-US" altLang="ko-KR" sz="5000" b="1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5000" b="1" dirty="0" err="1">
                  <a:solidFill>
                    <a:schemeClr val="bg1"/>
                  </a:solidFill>
                  <a:latin typeface="+mn-ea"/>
                </a:rPr>
                <a:t>맑은고딕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en-US" altLang="ko-KR" sz="5000" b="1" dirty="0">
                  <a:solidFill>
                    <a:schemeClr val="bg1"/>
                  </a:solidFill>
                  <a:latin typeface="+mn-ea"/>
                </a:rPr>
                <a:t>50pt 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진하게 흰색</a:t>
              </a:r>
              <a:r>
                <a:rPr lang="en-US" altLang="ko-KR" sz="5000" b="1" dirty="0">
                  <a:solidFill>
                    <a:schemeClr val="bg1"/>
                  </a:solidFill>
                  <a:latin typeface="+mn-ea"/>
                </a:rPr>
                <a:t>)</a:t>
              </a:r>
              <a:endParaRPr lang="ko-KR" altLang="en-US" sz="50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470879" y="19144285"/>
              <a:ext cx="10391437" cy="1123950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내용 및 설명</a:t>
              </a: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11167117" y="19144285"/>
              <a:ext cx="9954975" cy="1123950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 err="1">
                  <a:solidFill>
                    <a:schemeClr val="bg1"/>
                  </a:solidFill>
                  <a:latin typeface="+mn-ea"/>
                </a:rPr>
                <a:t>개발결과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 및 기대효과</a:t>
              </a: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470880" y="12376836"/>
              <a:ext cx="20671951" cy="1088271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 err="1">
                  <a:solidFill>
                    <a:schemeClr val="bg1"/>
                  </a:solidFill>
                  <a:latin typeface="+mn-ea"/>
                </a:rPr>
                <a:t>작품개요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en-US" altLang="ko-KR" sz="5000" b="1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5000" b="1" dirty="0" err="1">
                  <a:solidFill>
                    <a:schemeClr val="bg1"/>
                  </a:solidFill>
                  <a:latin typeface="+mn-ea"/>
                </a:rPr>
                <a:t>맑은고딕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en-US" altLang="ko-KR" sz="5000" b="1" dirty="0">
                  <a:solidFill>
                    <a:schemeClr val="bg1"/>
                  </a:solidFill>
                  <a:latin typeface="+mn-ea"/>
                </a:rPr>
                <a:t>50pt 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진하게 흰색</a:t>
              </a:r>
              <a:r>
                <a:rPr lang="en-US" altLang="ko-KR" sz="5000" b="1" dirty="0">
                  <a:solidFill>
                    <a:schemeClr val="bg1"/>
                  </a:solidFill>
                  <a:latin typeface="+mn-ea"/>
                </a:rPr>
                <a:t>)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 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46922" y="30915654"/>
              <a:ext cx="3620278" cy="986973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CSE-01</a:t>
              </a: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77433" y="20431447"/>
              <a:ext cx="10384883" cy="10062856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내용은 자유롭게 재구성 가능하나 정해진 양식은 변경 불가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작품에 대한 대표 사진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1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개 이상 필수 첨부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맑은고딕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43pt</a:t>
              </a: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11167117" y="20469321"/>
              <a:ext cx="9954975" cy="10062856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기대효과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활용방안 등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사진 있을 시 첨부 가능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맑은고딕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43pt</a:t>
              </a: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477433" y="8539447"/>
              <a:ext cx="20671951" cy="3511468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00" indent="-685800" algn="l">
                <a:buFontTx/>
                <a:buChar char="-"/>
              </a:pP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제작배경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목적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등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맑은고딕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43pt</a:t>
              </a:r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477433" y="13642603"/>
              <a:ext cx="20671951" cy="5197156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주요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기능 상세하게 설명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연구방법론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알고리즘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순서도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시스템 구성도 등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작품 개요 자유롭게 서술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맑은고딕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43pt</a:t>
              </a:r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0295" y="801039"/>
              <a:ext cx="7857225" cy="727521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4660899" y="31090095"/>
              <a:ext cx="15926021" cy="608566"/>
              <a:chOff x="4660899" y="31090095"/>
              <a:chExt cx="15926021" cy="608566"/>
            </a:xfrm>
          </p:grpSpPr>
          <p:grpSp>
            <p:nvGrpSpPr>
              <p:cNvPr id="36" name="그룹 35"/>
              <p:cNvGrpSpPr/>
              <p:nvPr/>
            </p:nvGrpSpPr>
            <p:grpSpPr>
              <a:xfrm>
                <a:off x="4660899" y="31090095"/>
                <a:ext cx="15926021" cy="608566"/>
                <a:chOff x="779937" y="31088952"/>
                <a:chExt cx="19381551" cy="740609"/>
              </a:xfrm>
            </p:grpSpPr>
            <p:pic>
              <p:nvPicPr>
                <p:cNvPr id="9" name="그림 8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179170" y="31187747"/>
                  <a:ext cx="1982318" cy="561712"/>
                </a:xfrm>
                <a:prstGeom prst="rect">
                  <a:avLst/>
                </a:prstGeom>
              </p:spPr>
            </p:pic>
            <p:pic>
              <p:nvPicPr>
                <p:cNvPr id="10" name="그림 9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397" r="6454"/>
                <a:stretch/>
              </p:blipFill>
              <p:spPr>
                <a:xfrm>
                  <a:off x="779937" y="31088952"/>
                  <a:ext cx="3385663" cy="740609"/>
                </a:xfrm>
                <a:prstGeom prst="rect">
                  <a:avLst/>
                </a:prstGeom>
              </p:spPr>
            </p:pic>
            <p:pic>
              <p:nvPicPr>
                <p:cNvPr id="25" name="그림 24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740" b="12801"/>
                <a:stretch/>
              </p:blipFill>
              <p:spPr>
                <a:xfrm>
                  <a:off x="4427999" y="31174233"/>
                  <a:ext cx="4078528" cy="539550"/>
                </a:xfrm>
                <a:prstGeom prst="rect">
                  <a:avLst/>
                </a:prstGeom>
              </p:spPr>
            </p:pic>
            <p:pic>
              <p:nvPicPr>
                <p:cNvPr id="26" name="그림 25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135" t="18578" r="11532" b="18837"/>
                <a:stretch/>
              </p:blipFill>
              <p:spPr>
                <a:xfrm>
                  <a:off x="8842766" y="31131321"/>
                  <a:ext cx="2290882" cy="689578"/>
                </a:xfrm>
                <a:prstGeom prst="rect">
                  <a:avLst/>
                </a:prstGeom>
              </p:spPr>
            </p:pic>
            <p:pic>
              <p:nvPicPr>
                <p:cNvPr id="27" name="그림 2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99465" y="31130488"/>
                  <a:ext cx="2581595" cy="614907"/>
                </a:xfrm>
                <a:prstGeom prst="rect">
                  <a:avLst/>
                </a:prstGeom>
              </p:spPr>
            </p:pic>
          </p:grpSp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26" t="14785" r="3018" b="15385"/>
              <a:stretch/>
            </p:blipFill>
            <p:spPr>
              <a:xfrm>
                <a:off x="15947064" y="31160171"/>
                <a:ext cx="2654470" cy="51697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390840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44450">
          <a:noFill/>
        </a:ln>
      </a:spPr>
      <a:bodyPr rtlCol="0" anchor="ctr"/>
      <a:lstStyle>
        <a:defPPr algn="ctr">
          <a:defRPr sz="5400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7D7D7"/>
      </a:accent1>
      <a:accent2>
        <a:srgbClr val="0D5667"/>
      </a:accent2>
      <a:accent3>
        <a:srgbClr val="8F8F8F"/>
      </a:accent3>
      <a:accent4>
        <a:srgbClr val="1794B1"/>
      </a:accent4>
      <a:accent5>
        <a:srgbClr val="E6E6E6"/>
      </a:accent5>
      <a:accent6>
        <a:srgbClr val="0C4E5D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ADCF"/>
        </a:solidFill>
        <a:ln w="25400" cap="flat">
          <a:solidFill>
            <a:srgbClr val="D7D7D7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CEF0F8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D7D7D7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CEF0F8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9893</TotalTime>
  <Words>94</Words>
  <Application>Microsoft Office PowerPoint</Application>
  <PresentationFormat>사용자 지정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Avenir Roman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oprel-mac</dc:creator>
  <cp:lastModifiedBy>user</cp:lastModifiedBy>
  <cp:revision>251</cp:revision>
  <dcterms:modified xsi:type="dcterms:W3CDTF">2025-10-10T07:02:39Z</dcterms:modified>
</cp:coreProperties>
</file>